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9808" y="1737360"/>
            <a:ext cx="8851392" cy="1490516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Fundamental Python Libraries for Data Scientists: Numpy - Scipy – ScikitLearn – Pandas - Matplotlib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8056" y="4480561"/>
            <a:ext cx="10020891" cy="1270676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 :DSA0404 – Fundamentals of Data Science                                                                      Presented by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T.Chandana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(192472059)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5F123E-136C-7BC8-49B4-2AD99B8702DF}"/>
              </a:ext>
            </a:extLst>
          </p:cNvPr>
          <p:cNvSpPr txBox="1"/>
          <p:nvPr/>
        </p:nvSpPr>
        <p:spPr>
          <a:xfrm>
            <a:off x="1548882" y="5309118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M. Krishnaraj</a:t>
            </a:r>
          </a:p>
        </p:txBody>
      </p:sp>
    </p:spTree>
    <p:extLst>
      <p:ext uri="{BB962C8B-B14F-4D97-AF65-F5344CB8AC3E}">
        <p14:creationId xmlns:p14="http://schemas.microsoft.com/office/powerpoint/2010/main" val="514011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056" y="1261872"/>
            <a:ext cx="8825946" cy="51663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is the process of collecting, processing, analyzing, and visualizing data to discover useful information and support decision-making.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for Data Science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easy to learn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collection of libraries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data processing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Machine Learning and AI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community support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Python Libraries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SciPy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-learn</a:t>
            </a:r>
          </a:p>
        </p:txBody>
      </p:sp>
    </p:spTree>
    <p:extLst>
      <p:ext uri="{BB962C8B-B14F-4D97-AF65-F5344CB8AC3E}">
        <p14:creationId xmlns:p14="http://schemas.microsoft.com/office/powerpoint/2010/main" val="661517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10896"/>
            <a:ext cx="8596668" cy="1619504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2" y="1005840"/>
            <a:ext cx="8540496" cy="953973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(Numerical Python) is the core library for numerical computing in Python. It provides support for multi-dimensional arrays and matrices, allowing mathematical operations to be performed much faster than normal Python lists.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multi-dimensional arrays.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operations.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algebra functions.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calculations.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number generation.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computing.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learning. </a:t>
            </a:r>
          </a:p>
        </p:txBody>
      </p:sp>
    </p:spTree>
    <p:extLst>
      <p:ext uri="{BB962C8B-B14F-4D97-AF65-F5344CB8AC3E}">
        <p14:creationId xmlns:p14="http://schemas.microsoft.com/office/powerpoint/2010/main" val="856649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83464"/>
            <a:ext cx="8596668" cy="164693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SciPy – Scientific Computing Library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069848"/>
            <a:ext cx="8385048" cy="555040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SciPy: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SciPy (Scientific Python) is an open-source Python library built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provides advanced mathematical, scientific, and statistical functions for solving complex problems.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SciPy: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advanced mathematical calculations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scientific and engineering applications </a:t>
            </a:r>
          </a:p>
          <a:p>
            <a:pPr marL="0" indent="0" algn="just">
              <a:buNone/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Program: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scipy import stats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= [70, 75, 80, 85, 90]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print("Mean:", stats.tmean(marks))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print("Median:", stats.median(marks))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Mean: 80.0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Median: 80.0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326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25552"/>
            <a:ext cx="8596668" cy="132080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624" y="1088136"/>
            <a:ext cx="8853378" cy="54863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is a data analysis library used to organize, clean, and process structured data.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Data Structures: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DataFrame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CSV and Excel files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and sort data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analytics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</a:t>
            </a:r>
          </a:p>
        </p:txBody>
      </p:sp>
    </p:spTree>
    <p:extLst>
      <p:ext uri="{BB962C8B-B14F-4D97-AF65-F5344CB8AC3E}">
        <p14:creationId xmlns:p14="http://schemas.microsoft.com/office/powerpoint/2010/main" val="308400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92608"/>
            <a:ext cx="8596668" cy="1637792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61872"/>
            <a:ext cx="8807658" cy="5303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is a Machine Learning library used to create predictive models.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program: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sklearn.linear_model import LinearRegression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= LinearRegression().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fit([[1], [2], [3], [4]], [2, 4, 6, 8])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= model.predict([[5]]) print(prediction)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[10.]</a:t>
            </a:r>
          </a:p>
        </p:txBody>
      </p:sp>
    </p:spTree>
    <p:extLst>
      <p:ext uri="{BB962C8B-B14F-4D97-AF65-F5344CB8AC3E}">
        <p14:creationId xmlns:p14="http://schemas.microsoft.com/office/powerpoint/2010/main" val="1064842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91440"/>
            <a:ext cx="8596668" cy="82296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914400"/>
            <a:ext cx="8862522" cy="5943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is a visualization library used to create graphs and charts.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Charts: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Learn and Use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a simple and consistent API for building machine learning models.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 Range of Algorithms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Supports classification, regression, clustering, and dimensionality reduction.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Big Data Support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Performance decreases with extremely large datasets.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Data Preprocessing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often needs cleaning and feature scaling before training.</a:t>
            </a:r>
          </a:p>
        </p:txBody>
      </p:sp>
    </p:spTree>
    <p:extLst>
      <p:ext uri="{BB962C8B-B14F-4D97-AF65-F5344CB8AC3E}">
        <p14:creationId xmlns:p14="http://schemas.microsoft.com/office/powerpoint/2010/main" val="3750511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Workflow Using Python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Workflow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data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data using Pandas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data using Pandas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calculations using NumPy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statistical analysis using SciPy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machine learning models using Scikit-learn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results using Matplotlib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predictions and decisions</a:t>
            </a:r>
          </a:p>
        </p:txBody>
      </p:sp>
    </p:spTree>
    <p:extLst>
      <p:ext uri="{BB962C8B-B14F-4D97-AF65-F5344CB8AC3E}">
        <p14:creationId xmlns:p14="http://schemas.microsoft.com/office/powerpoint/2010/main" val="159600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89560"/>
            <a:ext cx="8596668" cy="91744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078992"/>
            <a:ext cx="8596668" cy="53006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provides powerful libraries for Data Science.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library has a specific role.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Together, they simplify data analysis, machine learning, and visualization.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Robotics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Analytics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Forecasting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Cities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693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Thank you</a:t>
            </a:r>
          </a:p>
        </p:txBody>
      </p:sp>
    </p:spTree>
    <p:extLst>
      <p:ext uri="{BB962C8B-B14F-4D97-AF65-F5344CB8AC3E}">
        <p14:creationId xmlns:p14="http://schemas.microsoft.com/office/powerpoint/2010/main" val="132653139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91</TotalTime>
  <Words>570</Words>
  <Application>Microsoft Office PowerPoint</Application>
  <PresentationFormat>Widescreen</PresentationFormat>
  <Paragraphs>114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Times New Roman</vt:lpstr>
      <vt:lpstr>Trebuchet MS</vt:lpstr>
      <vt:lpstr>Wingdings</vt:lpstr>
      <vt:lpstr>Wingdings 3</vt:lpstr>
      <vt:lpstr>Facet</vt:lpstr>
      <vt:lpstr>Fundamental Python Libraries for Data Scientists: Numpy - Scipy – ScikitLearn – Pandas - Matplotlib</vt:lpstr>
      <vt:lpstr>Introduction</vt:lpstr>
      <vt:lpstr>NumPy</vt:lpstr>
      <vt:lpstr>SciPy – Scientific Computing Library </vt:lpstr>
      <vt:lpstr>Pandas</vt:lpstr>
      <vt:lpstr>Scikit-learn</vt:lpstr>
      <vt:lpstr>Matplotlib</vt:lpstr>
      <vt:lpstr>Data Science Workflow Using Python Libraries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 Python Libraries for Data Scientists: Numpy - Scipy – ScikitLearn – Pandas - Matplotlib</dc:title>
  <dc:creator>DELL</dc:creator>
  <cp:lastModifiedBy>chandana T</cp:lastModifiedBy>
  <cp:revision>8</cp:revision>
  <dcterms:created xsi:type="dcterms:W3CDTF">2026-07-29T16:23:26Z</dcterms:created>
  <dcterms:modified xsi:type="dcterms:W3CDTF">2026-07-31T09:07:39Z</dcterms:modified>
</cp:coreProperties>
</file>